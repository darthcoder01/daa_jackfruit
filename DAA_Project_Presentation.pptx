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Binary Heap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Sparse 500</c:v>
                  </c:pt>
                  <c:pt idx="1">
                    <c:v>Sparse 1000</c:v>
                  </c:pt>
                  <c:pt idx="2">
                    <c:v>Dense 500</c:v>
                  </c:pt>
                  <c:pt idx="3">
                    <c:v>Dense 1000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0.012</c:v>
                </c:pt>
                <c:pt idx="1">
                  <c:v>0.025</c:v>
                </c:pt>
                <c:pt idx="2">
                  <c:v>0.48</c:v>
                </c:pt>
                <c:pt idx="3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Adjacency Matrix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Sparse 500</c:v>
                  </c:pt>
                  <c:pt idx="1">
                    <c:v>Sparse 1000</c:v>
                  </c:pt>
                  <c:pt idx="2">
                    <c:v>Dense 500</c:v>
                  </c:pt>
                  <c:pt idx="3">
                    <c:v>Dense 1000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0.31</c:v>
                </c:pt>
                <c:pt idx="1">
                  <c:v>1.2</c:v>
                </c:pt>
                <c:pt idx="2">
                  <c:v>0.29</c:v>
                </c:pt>
                <c:pt idx="3">
                  <c:v>1.15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D&amp;C O(n log n)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5K</c:v>
                  </c:pt>
                  <c:pt idx="2">
                    <c:v>10K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</c:v>
                </c:pt>
                <c:pt idx="1">
                  <c:v>0.27</c:v>
                </c:pt>
                <c:pt idx="2">
                  <c:v>0.7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Brute O(n²)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5K</c:v>
                  </c:pt>
                  <c:pt idx="2">
                    <c:v>10K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</c:v>
                </c:pt>
                <c:pt idx="1">
                  <c:v>12.5</c:v>
                </c:pt>
                <c:pt idx="2">
                  <c:v>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4208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423160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&amp; Conquer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423160" cy="475488"/>
          </a:xfrm>
          <a:prstGeom prst="roundRect">
            <a:avLst>
              <a:gd name="adj" fmla="val 15385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20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423160" cy="475488"/>
          </a:xfrm>
          <a:prstGeom prst="roundRect">
            <a:avLst>
              <a:gd name="adj" fmla="val 15385"/>
            </a:avLst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20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044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Ashith Rao K  –  PES1UG24CS559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 G N  –  PES1UG24CS571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Ankith Sudala  –  PES1UG24CS557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Preetham V  –  PES1UG24CS599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  |  Department of Computer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Dijkstra's Algorithm  |  Decrease &amp; Conquer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68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Decrease &amp; Conquer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79576"/>
            <a:ext cx="38862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shrinks by exactly 1 vertex per iteration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set U: |V| → |V|−1 → … → 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decrease step is permanent (greedy, non-negative weights)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divide-and-conquer — no splitting into subproblems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2331720"/>
            <a:ext cx="41148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31720"/>
            <a:ext cx="64008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231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Greedy Finalization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734056"/>
            <a:ext cx="3886200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vertex u with minimum tentative distance from heap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 as finalised — its shortest path is now optimal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all outgoing edges from u (update neighbours)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vertices are finalised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non-negative weights guarantee no shorter path exists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777240"/>
            <a:ext cx="438912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868680"/>
            <a:ext cx="420624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DIJKSTRA(G, 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dist[v] ← ∞  for all v ∈ 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dist[s] ←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heap  ← [(0, s)]          // min-heap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← {}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heap not empty: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(d, u) ← EXTRACT-MIN(heap)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 in visited: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visited.add(u)          // finalise u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(v, w) in adj[u]: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dist[u]+w &lt; dist[v]: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dist[v] ← dist[u]+w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PUSH(heap, (dist[v], v))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dist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" y="486460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heapq (min-heap)  |  O((V + E) log V)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Rod Cutting Problem  |  Dynamic Programming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68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Dynamic Programming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7957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substructure: optimal cut for length n uses optimal cuts for n−i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subproblems: naïve recursion recomputes same lengths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Memoisation / tabulation eliminates redundant computation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fills table r[0..n] from smallest subproblem up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2377440"/>
            <a:ext cx="4114800" cy="2395728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77440"/>
            <a:ext cx="64008" cy="2395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688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Recurrence Relation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779776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r(0) = 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r(n) = max{ p[i] + r(n-i) }  for i = 1 … 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every possible first cut of length 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price p[i] + optimal revenue from remaining rod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decision in s[n] for cut reconstruction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777240"/>
            <a:ext cx="438912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868680"/>
            <a:ext cx="420624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BOTTOM-UP ROD CUT (p, 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r[0..n] ←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s[0..n] ←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= 1 to n:          // subproblem 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max_val ← −∞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= 1 to j:        // try all first cuts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p[i] + r[j-i] &gt; max_val: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max_val ← p[i] + r[j-i]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s[j] ← i          // record cut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r[j] ← max_val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r[n], 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 (s, 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n &gt;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s[n]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← n − s[n]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" y="486460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arrays r[] and s[] of size n+1  |  O(n²) time, O(n) space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Maximum Subarray Problem  |  Divide &amp; Conquer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68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Divide &amp; Conquer (3-Case)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79576"/>
            <a:ext cx="3886200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DIVIDE: Split array A[lo..hi] at mid = (lo+hi)//2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CONQUER: Recurse on A[lo..mid] and A[mid+1..hi]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Find max subarray crossing the midpoint (O(n))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Best of left_sum, right_sum, crossing_sum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subarray extends greedily left from mid, right from mid+1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2788920"/>
            <a:ext cx="4114800" cy="1984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788920"/>
            <a:ext cx="64008" cy="1984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8803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&amp; Master Theorem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3191256"/>
            <a:ext cx="3886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2T(n/2) + O(n),  T(1) = O(1)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2, b = 2, f(n) = O(n)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n^(log₂2) = n¹ = n  →  f(n) = Θ(n^(log_b a))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Case 2  →  T(n) = Θ(n log 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777240"/>
            <a:ext cx="438912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868680"/>
            <a:ext cx="4206240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FIND-MAX-SUBARRAY(A, lo, hi):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lo == hi: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lo, hi, A[lo]   // base case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 ← (lo + hi) // 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CONQUER both halves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 = FIND-MAX-SUBARRAY(A, lo,    mid)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FIND-MAX-SUBARRAY(A, mid+1, hi)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FIND-MAX-CROSSING(A, lo, mid, hi)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max(L, R, X)  // by sum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FIND-MAX-CROSSING(A, lo, mid, hi):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left_sum ← −∞;  total ←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= mid downto lo: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A[i]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left_sum ← max(left_sum, total)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right_sum ← −∞;  total ←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= mid+1 to hi: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A[j]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right_sum ← max(right_sum, total)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left_sum + right_sum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" y="486460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recursion stack O(log n)  |  3-case combine in O(n) per level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822960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822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834640" cy="202996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64008" cy="2029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896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Dijkstra (Heap)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20700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 (min-heap priority queue)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adjacency list {u: [(v,w),...]}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for visited/finalised vertices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for dist[] and prev[] tables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834640" cy="202996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64008" cy="2029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896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Dijkstra (Matrix)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120700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V×V list-of-lists adjacency matrix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list[float] for dist[]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list[bool] for visited[]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 replaces heap extraction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804672"/>
            <a:ext cx="2834640" cy="2029968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04672"/>
            <a:ext cx="64008" cy="20299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896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Rod Cutting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20700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list[int] DP table r[] size n+1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list[int] cut table s[] size n+1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memo for top-down variant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libraries; pure stdlib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2999232"/>
            <a:ext cx="4251960" cy="2029968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99232"/>
            <a:ext cx="64008" cy="20299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090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Max Subarray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" y="3401568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 stack O(log n) deep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arrays only — no extra 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O(n²) as fallback/check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Kadane's O(n) for correctness verify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2999232"/>
            <a:ext cx="4297680" cy="202996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999232"/>
            <a:ext cx="64008" cy="20299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0906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Modules Used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82312" y="3401568"/>
            <a:ext cx="4069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 — min-heap operations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— math.inf for ∞ initialisation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— perf_counter() benchmarking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— synthetic graph / array generation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  — recursion limit for top-down DP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9748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2697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538935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Binary Heap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27832" y="822960"/>
            <a:ext cx="269748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914400"/>
            <a:ext cx="2697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27832" y="1538935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 Cutting — DP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69748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914400"/>
            <a:ext cx="2697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538935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Subarray — D&amp;C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212848"/>
          <a:ext cx="8686800" cy="2706624"/>
        </p:xfrm>
        <a:graphic>
          <a:graphicData uri="http://schemas.openxmlformats.org/drawingml/2006/table">
            <a:tbl>
              <a:tblPr/>
              <a:tblGrid>
                <a:gridCol w="2377440"/>
                <a:gridCol w="1664208"/>
                <a:gridCol w="1664208"/>
                <a:gridCol w="1664208"/>
                <a:gridCol w="1316736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(Heap)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(Matrix)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 Cutting (DP)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 Cutting (Rec)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Subarray D&amp;C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Subarray 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Kadane's (ref)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28600" y="495604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Kadane's Algorithm is the practical O(n) optimum but does not use Divide &amp; Conquer.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— Max Subarray D&amp;C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2T(n/2) + O(n)    with    T(1) = O(1)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62763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27632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664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" y="1901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recursive subproblems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28600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286000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2322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by which input size shrinks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944368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944368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2980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O(n)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" y="3218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outside recursion (crossing step)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27632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664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log₂(a) = log₂(2) =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1901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exponent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286000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322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n^(log_b a) = n¹ = 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9744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function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767328"/>
            <a:ext cx="8686800" cy="10058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0873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O(n) = Θ(n^(log_b a)) · log⁰n   →   Case 2 of Master Theorem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Therefore:  T(n) = Θ(n log n)   — confirmed by empirical benchmarks.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Evaluation — Dataset Design &amp;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212140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21214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Dijkstra Synthetic Graphs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79576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n ∈ {500, 1000}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~2n random directed edges, E ≈ 2V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48% of all V² possible edges, E ≈ 0.48V²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 uniformly drawn from [1, 100]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vertex = 0; reproducible (random seed 42)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Binary Heap and Adjacency Matrix timed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3035808"/>
            <a:ext cx="4251960" cy="1810512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3035808"/>
            <a:ext cx="64008" cy="1810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Rod Cutting Test Cases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3438144"/>
            <a:ext cx="402336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price table: p = [1,5,8,9,10,17,17,20] for n=8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for n ∈ {1, 2, 3, 4, 5, 6, 7, 8} shown in report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tested with cut cost c ∈ {1, 2, 5}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 results cross-verified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51960" cy="212140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77240"/>
            <a:ext cx="64008" cy="21214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Max Subarray Arrays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179576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profit/loss arrays: values ∈ [−50, 100]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n ∈ {1000, 5000, 10000, 50000, 100000}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with seed 2024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algorithms (D&amp;C, Brute, Kadane) timed per 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verified: all three must agree on max sum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skipped for n &gt; 10000 (too slow)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3035808"/>
            <a:ext cx="4251960" cy="1810512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35808"/>
            <a:ext cx="64008" cy="1810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Methodology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438144"/>
            <a:ext cx="402336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time.perf_counter() for wall-clock timing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isolated — no shared state between algorithms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reported in milliseconds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 — no external benchmarking frameworks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Performance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Dijkstra: Heap vs. Matrix (time in ms)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24128"/>
          <a:ext cx="48463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212080" y="749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Subarray: D&amp;C vs. Brute Force (ms)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212080" y="1024128"/>
          <a:ext cx="3657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20440"/>
          <a:ext cx="8686800" cy="1572768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03120"/>
                <a:gridCol w="2286000"/>
              </a:tblGrid>
              <a:tr h="224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n=500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vs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 vs 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n=1000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vs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 vs 1.20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 n=500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vs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  vs 0.29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 n=1000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vs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  vs 1.15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n=10,000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D&amp;C vs Brute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  vs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D&amp;C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n=100,000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D&amp;C vs Kadane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   vs 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Kadane (ref)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Comparison &amp;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2834640" cy="3429000"/>
          </a:xfrm>
          <a:prstGeom prst="rect">
            <a:avLst/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868680"/>
            <a:ext cx="2834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96012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&amp; Conquer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" y="129844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8328" y="171907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Reduction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" y="19385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1 vertex/step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243230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26517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314553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336499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finalization of closest vertex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834640" cy="3429000"/>
          </a:xfrm>
          <a:prstGeom prst="rect">
            <a:avLst/>
          </a:prstGeom>
          <a:solidFill>
            <a:srgbClr val="1E3A5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868680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96012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29844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 Cutting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55848" y="171907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Reduction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19385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0 → 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243230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26517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55848" y="314553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336499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substructure + memoisation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868680"/>
            <a:ext cx="2834640" cy="3429000"/>
          </a:xfrm>
          <a:prstGeom prst="rect">
            <a:avLst/>
          </a:prstGeom>
          <a:solidFill>
            <a:srgbClr val="1E3A5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868680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96012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73368" y="129844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Subarray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73368" y="171907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Reduction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73368" y="19385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array recursively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73368" y="243230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73368" y="26517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73368" y="314553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73368" y="336499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left, right, crossing solutions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4434840"/>
            <a:ext cx="8686800" cy="594360"/>
          </a:xfrm>
          <a:prstGeom prst="rect">
            <a:avLst/>
          </a:prstGeom>
          <a:solidFill>
            <a:srgbClr val="1622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622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paradigms transform exponential problems into polynomial ones — through greedy decrease, tabulation, or recursive halving.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0" y="507492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  |  DAA Project  |  2024–25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 – DAA Project</dc:title>
  <dc:subject>PptxGenJS Presentation</dc:subject>
  <dc:creator>PptxGenJS</dc:creator>
  <cp:lastModifiedBy>PptxGenJS</cp:lastModifiedBy>
  <cp:revision>1</cp:revision>
  <dcterms:created xsi:type="dcterms:W3CDTF">2026-04-18T17:45:11Z</dcterms:created>
  <dcterms:modified xsi:type="dcterms:W3CDTF">2026-04-18T17:45:11Z</dcterms:modified>
</cp:coreProperties>
</file>